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EduGenie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ED7FF"/>
                </a:solidFill>
              </a:defRPr>
            </a:pPr>
            <a:r>
              <a:t>AI-Powered Learning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Google Gemini Powered Learning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EduGenie is a Generative AI-based learning assistant for students.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It provides interactive support for learning, practice, revision, and study planning.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The web application connects students with Google Gemini for AI-generated educational responses.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The project demonstrates a practical application of Generative AI in education.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Purpose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Help students get quick answers to educational questions.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Explain difficult concepts in clear, student-friendly language.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Generate quizzes for practice and revision.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Summarize study material into concise points.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Create structured learning paths for selected topics.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154680" cy="19659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965960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Ask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Get clear AI-generated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325880"/>
            <a:ext cx="3154680" cy="19659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1325880"/>
            <a:ext cx="73152" cy="1965960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9047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Explain a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84248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Understand topics in simple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25880"/>
            <a:ext cx="3154680" cy="19659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325880"/>
            <a:ext cx="73152" cy="1965960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49047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Generate 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984248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Create MCQs for practice.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749039"/>
            <a:ext cx="3154680" cy="19659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1720" y="3749039"/>
            <a:ext cx="73152" cy="1965960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391363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Summarize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07407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Convert study material into revision 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3749039"/>
            <a:ext cx="3154680" cy="19659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3749039"/>
            <a:ext cx="73152" cy="1965960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91363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Learning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407407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Create a structured learning plan.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Project Execution / 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1. Student selects a feature and enters a question, topic, or text.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2. The FastAPI backend receives the request.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3. A suitable prompt is sent to Google Gemini.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4. Gemini generates the educational response.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5. The result is displayed in the EduGenie web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Frontend: HTML, CSS, and JavaScript.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Backend: Python with FastAPI.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Generative AI: Google Gemini API.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Development: Visual Studio Code and browser.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Configuration: Python dependencies and environment variables.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Main Project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070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749808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9903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Question Answering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92808"/>
            <a:ext cx="10195560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Generates clear answers to student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106070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73152" cy="74980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Concept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52928"/>
            <a:ext cx="10195560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Provides detailed educational explanations.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106070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1927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Quiz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13048"/>
            <a:ext cx="10195560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Creates 3 MCQs with four options and explanations.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14800"/>
            <a:ext cx="106070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114800"/>
            <a:ext cx="73152" cy="74980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7939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Text Summarization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73168"/>
            <a:ext cx="10195560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Produces concise revision summaries.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74920"/>
            <a:ext cx="106070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074920"/>
            <a:ext cx="73152" cy="749808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3951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Learning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33288"/>
            <a:ext cx="10195560" cy="-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Suggests levels, timeline, activities, and resource types.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Demonstration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Ask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7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Input: What is photosynthesis?</a:t>
            </a:r>
            <a:br/>
            <a:br/>
            <a:r>
              <a:t>Output: A student-friendly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73152" cy="411480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Generate Quiz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29967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Input: Photosynthesis</a:t>
            </a:r>
            <a:br/>
            <a:br/>
            <a:r>
              <a:t>Output: Multiple-choice questions for practice.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114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73152" cy="4114800"/>
          </a:xfrm>
          <a:prstGeom prst="rect">
            <a:avLst/>
          </a:prstGeom>
          <a:solidFill>
            <a:srgbClr val="2F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743"/>
                </a:solidFill>
              </a:defRPr>
            </a:pPr>
            <a:r>
              <a:t>Learning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29967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Input: Python Programming</a:t>
            </a:r>
            <a:br/>
            <a:br/>
            <a:r>
              <a:t>Output: Levels, timeline, activities, and resource types.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Testing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Ask a Question tested with a photosynthesis question.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Concept Explanation tested with Photosynthesis.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Quiz Generation tested and produced three MCQs.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Text Summarization tested with photosynthesis study material.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Learning Path tested with Python Programming.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All five core features were demonstrated through the working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Benefits of EduGenie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Provides quick and interactive learning support.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Makes difficult topics easier to understand.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Supports self-practice through quizzes.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Helps students revise study material efficiently.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Provides a structured approach to learning new topics.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Combines multiple learning-support features in one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743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Student login and learning-history tracking.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Progress dashboards and quiz scores.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More educational content formats.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Multilingual learning support.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Stronger personalization using student progress and goals.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Deployment as a hosted web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0196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EduGenie – AI-Powered Learning Assistant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784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1EBFA"/>
                </a:solidFill>
              </a:defRPr>
            </a:pPr>
            <a:r>
              <a:t>EduGenie demonstrates how Generative AI can support students through question answering, concept explanation, quiz generation, summarization, and personalized learning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